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217920"/>
            <a:ext cx="12192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NishaDeepana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57607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 Presentation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 •  Node.js + Express  •  MongoDB Atlas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6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2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6616" y="768096"/>
            <a:ext cx="3749040" cy="5852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31520"/>
            <a:ext cx="3749040" cy="585216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31520"/>
            <a:ext cx="3749040" cy="411480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86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⚛  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3529584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Components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88536" y="768096"/>
            <a:ext cx="3749040" cy="5852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731520"/>
            <a:ext cx="3749040" cy="585216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731520"/>
            <a:ext cx="37490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786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61688" y="1207008"/>
            <a:ext cx="3529584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0456" y="768096"/>
            <a:ext cx="3749040" cy="5852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731520"/>
            <a:ext cx="3749040" cy="585216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731520"/>
            <a:ext cx="37490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786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1207008"/>
            <a:ext cx="3529584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Axios-style Fetch Client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Caching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(.env)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&amp; Schemas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 Handling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(Mobile)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full-stack architecture with React frontend, Express backend, and MongoDB cloud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291840" cy="1920240"/>
          </a:xfrm>
          <a:prstGeom prst="rect">
            <a:avLst>
              <a:gd name="adj" fmla="val 5714"/>
            </a:avLst>
          </a:prstGeom>
          <a:solidFill>
            <a:srgbClr val="7B1C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React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3291840" cy="1920240"/>
          </a:xfrm>
          <a:prstGeom prst="rect">
            <a:avLst>
              <a:gd name="adj" fmla="val 5714"/>
            </a:avLst>
          </a:prstGeom>
          <a:solidFill>
            <a:srgbClr val="065F46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28016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Express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280160"/>
            <a:ext cx="3291840" cy="1920240"/>
          </a:xfrm>
          <a:prstGeom prst="rect">
            <a:avLst>
              <a:gd name="adj" fmla="val 5714"/>
            </a:avLst>
          </a:prstGeom>
          <a:solidFill>
            <a:srgbClr val="1E40A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28016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2212848"/>
            <a:ext cx="77724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084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2212848"/>
            <a:ext cx="77724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084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47472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Context Layer (Global State)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2194560" cy="822960"/>
          </a:xfrm>
          <a:prstGeom prst="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admin role, session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33472" y="3840480"/>
            <a:ext cx="2194560" cy="822960"/>
          </a:xfrm>
          <a:prstGeom prst="rect">
            <a:avLst>
              <a:gd name="adj" fmla="val 11111"/>
            </a:avLst>
          </a:prstGeom>
          <a:solidFill>
            <a:srgbClr val="7B1C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list, add/edit/delete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92624" y="3840480"/>
            <a:ext cx="2194560" cy="822960"/>
          </a:xfrm>
          <a:prstGeom prst="rect">
            <a:avLst>
              <a:gd name="adj" fmla="val 11111"/>
            </a:avLst>
          </a:prstGeom>
          <a:solidFill>
            <a:srgbClr val="065F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items, quantity, total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51776" y="3840480"/>
            <a:ext cx="2194560" cy="822960"/>
          </a:xfrm>
          <a:prstGeom prst="rect">
            <a:avLst>
              <a:gd name="adj" fmla="val 11111"/>
            </a:avLst>
          </a:prstGeom>
          <a:solidFill>
            <a:srgbClr val="1D4ED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&amp;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10928" y="3840480"/>
            <a:ext cx="2194560" cy="822960"/>
          </a:xfrm>
          <a:prstGeom prst="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products per user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Endpoints: /api/auth  /api/products  /api/orders  /api/wholesale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528523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Bearer Token • Bcrypt (saltRounds=10) • Admin-only routes • CORS enabled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2000" cy="530352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Customer-Facing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User Experience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005840"/>
            <a:ext cx="3749040" cy="411480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 Home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Animated hero with CTA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Featured sarees carousel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quick-links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float button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42816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005840"/>
            <a:ext cx="3749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👗  Collections Page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15968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Category/fabric/color filters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search bar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&amp; list views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product cards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93024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005840"/>
            <a:ext cx="374904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Product Detail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image + description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to Cart &amp; Wishlist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Fabric, color, type details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display with rupee symbol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94760"/>
            <a:ext cx="37490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🛒  Cart &amp; Checkout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 controls + remove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total calculation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 form at checkout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placed → stored in MongoDB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42816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794760"/>
            <a:ext cx="374904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❤  Wishlist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15968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Save/remove products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Persisted in localStorage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Wishlist count badge on nav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to cart from wishlist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93024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3794760"/>
            <a:ext cx="37490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3608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My Orders &amp; Tracking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66176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past orders from MongoDB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status with timeline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Pending→Processing→Shipped→Delivered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 order feature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6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200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Customer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Profile &amp; More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005840"/>
            <a:ext cx="3749040" cy="411480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Authentication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 with name, email, phone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login stored in localStorage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logout clears session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routes (cart, profile, orders)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42816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005840"/>
            <a:ext cx="3749040" cy="4114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Profile Page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15968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user name, email, role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 &amp; wishlist counts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my orders link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badge for admin users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93024" y="104241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00584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005840"/>
            <a:ext cx="374904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🏭  Wholesale Page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148132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inquiry 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integration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Tiered pricing displayed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submission stored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94760"/>
            <a:ext cx="37490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ℹ  About &amp; Contact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story &amp; team info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form with 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&amp; business info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responsive layout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42816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794760"/>
            <a:ext cx="37490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Navigation &amp; UX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15968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Sticky navbar with cart badge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button (admin only)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hamburger menu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transitions &amp; animations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93024" y="3831336"/>
            <a:ext cx="3749040" cy="26060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3794760"/>
            <a:ext cx="374904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3794760"/>
            <a:ext cx="3749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3608" y="38496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🔎  Track Order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66176" y="4270248"/>
            <a:ext cx="352958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by order 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status from MongoDB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timeline display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Estimated delivery info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Admin Panel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portal — separate login, protected routes, real MongoDB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760720" cy="2514600"/>
          </a:xfrm>
          <a:prstGeom prst="rect">
            <a:avLst>
              <a:gd name="adj" fmla="val 4364"/>
            </a:avLst>
          </a:prstGeom>
          <a:solidFill>
            <a:srgbClr val="1F2937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97280"/>
            <a:ext cx="5760720" cy="438912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1521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" y="160020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Revenue (live from DB)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Orders 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Orders (action needed)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Products 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Customers 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 button for live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Orders 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1097280"/>
            <a:ext cx="5760720" cy="2514600"/>
          </a:xfrm>
          <a:prstGeom prst="rect">
            <a:avLst>
              <a:gd name="adj" fmla="val 4364"/>
            </a:avLst>
          </a:prstGeom>
          <a:solidFill>
            <a:srgbClr val="111827"/>
          </a:solidFill>
          <a:ln w="31750">
            <a:solidFill>
              <a:srgbClr val="7B1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097280"/>
            <a:ext cx="5760720" cy="438912"/>
          </a:xfrm>
          <a:prstGeom prst="rect">
            <a:avLst>
              <a:gd name="adj" fmla="val 16667"/>
            </a:avLst>
          </a:prstGeom>
          <a:solidFill>
            <a:srgbClr val="7B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1521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Product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160020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products in 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✏ Edit product (opens modal)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🗑 Delete with confirmation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➕ Add New Product modal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UI updates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to MongoDB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Image, price, category, fabric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3749040"/>
            <a:ext cx="5760720" cy="2514600"/>
          </a:xfrm>
          <a:prstGeom prst="rect">
            <a:avLst>
              <a:gd name="adj" fmla="val 4364"/>
            </a:avLst>
          </a:prstGeom>
          <a:solidFill>
            <a:srgbClr val="1F2937"/>
          </a:solidFill>
          <a:ln w="31750">
            <a:solidFill>
              <a:srgbClr val="065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749040"/>
            <a:ext cx="5760720" cy="438912"/>
          </a:xfrm>
          <a:prstGeom prst="rect">
            <a:avLst>
              <a:gd name="adj" fmla="val 16667"/>
            </a:avLst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38039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🛒  Order Management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" y="425196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customer orders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status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order status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(Pending → Processing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Shipped → Delivered)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 / Refund orders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details 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45352" y="3749040"/>
            <a:ext cx="5760720" cy="2514600"/>
          </a:xfrm>
          <a:prstGeom prst="rect">
            <a:avLst>
              <a:gd name="adj" fmla="val 4364"/>
            </a:avLst>
          </a:prstGeom>
          <a:solidFill>
            <a:srgbClr val="111827"/>
          </a:solidFill>
          <a:ln w="3175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3749040"/>
            <a:ext cx="5760720" cy="438912"/>
          </a:xfrm>
          <a:prstGeom prst="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38039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Admin Login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1656" y="4251960"/>
            <a:ext cx="53949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/admin/login route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Auto-clears customer session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role: "admin" check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AdminGuard on all /admin routes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"Admin Panel" button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appears in Navbar for admins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session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2000" cy="530352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REST API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• Mongoose Models • Express REST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303520" cy="5166360"/>
          </a:xfrm>
          <a:prstGeom prst="rect">
            <a:avLst>
              <a:gd name="adj" fmla="val 1770"/>
            </a:avLst>
          </a:prstGeom>
          <a:solidFill>
            <a:srgbClr val="F3F4F6"/>
          </a:solidFill>
          <a:ln w="25400">
            <a:solidFill>
              <a:srgbClr val="7B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MongoDB 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029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(bcrypt), phone, role [customer|admin]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24328"/>
            <a:ext cx="5029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sareeType, category, fabric, color, price, image, description, featured, madeToOrder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739896"/>
            <a:ext cx="5029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85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056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customerName, email, items[], total, status, address, createdAt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855464"/>
            <a:ext cx="5029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011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2212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shopName, quantity, message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6126480" cy="5166360"/>
          </a:xfrm>
          <a:prstGeom prst="rect">
            <a:avLst>
              <a:gd name="adj" fmla="val 1770"/>
            </a:avLst>
          </a:prstGeom>
          <a:solidFill>
            <a:srgbClr val="1A1A2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51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REST API Endpoints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1463040"/>
            <a:ext cx="777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463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1463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0" y="1463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883664"/>
            <a:ext cx="777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883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95160" y="18836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92640" y="1883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JWT token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304288"/>
            <a:ext cx="77724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3042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23042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2304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products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724912"/>
            <a:ext cx="777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27249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95160" y="27249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2640" y="2724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(admin)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145536"/>
            <a:ext cx="777240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31455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95160" y="31455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/api/products/:id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92640" y="31455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product (admin)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3566160"/>
            <a:ext cx="777240" cy="29260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3566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3566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/api/products/:id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92640" y="3566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 (admin)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3986784"/>
            <a:ext cx="77724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172200" y="39867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95160" y="39867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92640" y="39867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orders (admin)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72200" y="4407408"/>
            <a:ext cx="777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44074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95160" y="44074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92640" y="44074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new order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4828032"/>
            <a:ext cx="7772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6172200" y="48280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95160" y="48280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/api/orders/:id/status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92640" y="48280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(admin)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72200" y="5248656"/>
            <a:ext cx="777240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0" name="Text 58"/>
          <p:cNvSpPr/>
          <p:nvPr/>
        </p:nvSpPr>
        <p:spPr>
          <a:xfrm>
            <a:off x="6172200" y="524865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95160" y="52486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/api/orders/:id/cancel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692640" y="52486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72200" y="5669280"/>
            <a:ext cx="777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4" name="Text 62"/>
          <p:cNvSpPr/>
          <p:nvPr/>
        </p:nvSpPr>
        <p:spPr>
          <a:xfrm>
            <a:off x="6172200" y="56692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95160" y="56692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/api/wholesale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692640" y="5669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inquiry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6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B1C2E"/>
          </a:solidFill>
          <a:ln w="12700">
            <a:solidFill>
              <a:srgbClr val="7B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9200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Implementation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from the project slide — implemented and verified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1750040" cy="399288"/>
          </a:xfrm>
          <a:prstGeom prst="rect">
            <a:avLst/>
          </a:prstGeom>
          <a:solidFill>
            <a:srgbClr val="7B1C2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822960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822960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822960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Used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22248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222248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222248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222248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222248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role:admin + AdminGuard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621536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621536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Orders, Revenue, Customers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1621536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621536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621536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MongoDB data, real-time stats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020824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020824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020824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020824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020824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/api/products + Modal UI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420112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420112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Product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2420112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420112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420112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/api/products/:id + pre-filled Modal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2819400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819400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2819400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819400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2819400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/api/products/:id + confirmation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218688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218688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3218688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218688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3218688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 (admin route)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3617976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617976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3617976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3617976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3617976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/api/orders/:id/status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4017264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017264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(Pending→Delivered)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4017264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4017264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017264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enum + dropdown in AdminOrders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28600" y="4416552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4416552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Login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4416552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66360" y="4416552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00800" y="4416552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+ AuthContext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28600" y="4815840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4815840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Browse &amp; Filter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114800" y="4815840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66360" y="4815840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0" y="4815840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CollectionsPage + filter/search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28600" y="5215128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" y="5215128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&amp; Checkout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114800" y="5215128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66360" y="5215128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00800" y="5215128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CartContext + MongoDB order creation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" y="5614416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5614416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114800" y="5614416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166360" y="5614416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00800" y="5614416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WishlistContext + localStorage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28600" y="6013704"/>
            <a:ext cx="11750040" cy="399288"/>
          </a:xfrm>
          <a:prstGeom prst="rect">
            <a:avLst/>
          </a:prstGeom>
          <a:solidFill>
            <a:srgbClr val="E8E0D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" y="6013704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114800" y="6013704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66360" y="6013704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0" y="6013704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TrackOrderPage + live status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8600" y="6412992"/>
            <a:ext cx="11750040" cy="399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" y="6412992"/>
            <a:ext cx="38404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Inquiry Form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114800" y="6412992"/>
            <a:ext cx="100584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166360" y="6412992"/>
            <a:ext cx="11887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400800" y="6412992"/>
            <a:ext cx="521208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/api/wholesale + WhatsApp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7B1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594360" cy="1828800"/>
          </a:xfrm>
          <a:prstGeom prst="rect">
            <a:avLst>
              <a:gd name="adj" fmla="val 12308"/>
            </a:avLst>
          </a:prstGeom>
          <a:solidFill>
            <a:srgbClr val="7B1C2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Security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saltRounds=10 — passwords never stored as plain text in MongoDB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841248"/>
            <a:ext cx="594360" cy="1828800"/>
          </a:xfrm>
          <a:prstGeom prst="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95160" y="89611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129844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 (HS256) stored in localStorage — 7-day expiry — sent as Bearer header on all API calls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61488"/>
            <a:ext cx="594360" cy="1828800"/>
          </a:xfrm>
          <a:prstGeom prst="rect">
            <a:avLst>
              <a:gd name="adj" fmla="val 12308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8163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Guard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1868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AdminGuard component wraps all /admin/* routes — redirects to /admin/login if role !== admin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6148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761488"/>
            <a:ext cx="594360" cy="1828800"/>
          </a:xfrm>
          <a:prstGeom prst="rect">
            <a:avLst>
              <a:gd name="adj" fmla="val 12308"/>
            </a:avLst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95160" y="28163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UI Updates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321868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edit/delete/add, ProductContext state is updated immediately — no page reload required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68172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681728"/>
            <a:ext cx="594360" cy="1828800"/>
          </a:xfrm>
          <a:prstGeom prst="rect">
            <a:avLst>
              <a:gd name="adj" fmla="val 12308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864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473659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 Caching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13892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user session cached in localStorage for offline resilience and faster loads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4681728"/>
            <a:ext cx="5760720" cy="1828800"/>
          </a:xfrm>
          <a:prstGeom prst="rect">
            <a:avLst>
              <a:gd name="adj" fmla="val 6000"/>
            </a:avLst>
          </a:prstGeom>
          <a:solidFill>
            <a:srgbClr val="1F2937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681728"/>
            <a:ext cx="594360" cy="1828800"/>
          </a:xfrm>
          <a:prstGeom prst="rect">
            <a:avLst>
              <a:gd name="adj" fmla="val 12308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864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95160" y="473659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13892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work on mobile, tablet, and desktop — hamburger menu for mobile, grid adapts to screen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74320" y="640080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stored in .env  •  MongoDB URI in .env  •  CORS configured for frontend origin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B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57607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NishaDeepana Sarees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0" y="320040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15+ Features implemented end-to-end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67588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Admin Portal with CRUD 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15137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MongoDB data across all pages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462686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customer journey from browse → order → track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510235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 auth + Admin role-based access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• Node.js • MongoDB Atlas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2026-02-25T21:03:39Z</dcterms:created>
  <dcterms:modified xsi:type="dcterms:W3CDTF">2026-02-25T21:03:39Z</dcterms:modified>
</cp:coreProperties>
</file>